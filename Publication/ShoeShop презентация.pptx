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224" y="-5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65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ED153-8E02-4B01-AF6F-42D40F82AF5C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5BBA1-2E86-4A36-A912-4880EBFEF23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045" y="1939379"/>
            <a:ext cx="250169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 err="1" smtClean="0">
                <a:latin typeface="Georgia" pitchFamily="18" charset="0"/>
                <a:ea typeface="Arial" pitchFamily="34" charset="-122"/>
                <a:cs typeface="Arial" pitchFamily="34" charset="-120"/>
              </a:rPr>
              <a:t>ShoeStore</a:t>
            </a:r>
            <a:endParaRPr lang="en-US" sz="3600" dirty="0">
              <a:latin typeface="Georgia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25757" y="2640359"/>
            <a:ext cx="33893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latin typeface="Georgia" pitchFamily="18" charset="0"/>
                <a:ea typeface="Arial" pitchFamily="34" charset="-122"/>
                <a:cs typeface="Arial" pitchFamily="34" charset="-120"/>
              </a:rPr>
              <a:t>Архитектура и реализация</a:t>
            </a:r>
            <a:endParaRPr lang="en-US" sz="1800" b="1" dirty="0">
              <a:latin typeface="Georgia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60179" y="3265140"/>
            <a:ext cx="30234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latin typeface="Georgia" pitchFamily="18" charset="0"/>
                <a:ea typeface="Arial" pitchFamily="34" charset="-122"/>
                <a:cs typeface="Arial" pitchFamily="34" charset="-120"/>
              </a:rPr>
              <a:t>Kotlin + Jetpack Compose + Supabase</a:t>
            </a:r>
            <a:endParaRPr lang="en-US" sz="1350" dirty="0">
              <a:latin typeface="Georgia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51497" y="4587240"/>
            <a:ext cx="16408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Georgia" pitchFamily="18" charset="0"/>
                <a:ea typeface="Arial" pitchFamily="34" charset="-122"/>
                <a:cs typeface="Arial" pitchFamily="34" charset="-120"/>
              </a:rPr>
              <a:t>Для разработчиков • </a:t>
            </a:r>
            <a:r>
              <a:rPr lang="en-US" sz="1050" dirty="0" smtClean="0">
                <a:latin typeface="Georgia" pitchFamily="18" charset="0"/>
                <a:ea typeface="Arial" pitchFamily="34" charset="-122"/>
                <a:cs typeface="Arial" pitchFamily="34" charset="-120"/>
              </a:rPr>
              <a:t>202</a:t>
            </a:r>
            <a:r>
              <a:rPr lang="ru-RU" sz="1050" dirty="0" smtClean="0">
                <a:latin typeface="Georgia" pitchFamily="18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>
              <a:latin typeface="Georgia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58240" y="-10329"/>
            <a:ext cx="73228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Georgia" pitchFamily="18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  <a:t>Государственное бюджетное профессиональное </a:t>
            </a:r>
            <a:b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</a:br>
            <a: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  <a:t>образовательное учреждение</a:t>
            </a:r>
            <a:endParaRPr lang="ru-RU" sz="1600" dirty="0">
              <a:latin typeface="Georgia" pitchFamily="18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  <a:t> «Заволжский автомоторный техникум»</a:t>
            </a:r>
            <a:endParaRPr lang="ru-RU" sz="1600" dirty="0">
              <a:latin typeface="Georgia" pitchFamily="18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  <a:t>(ГБПОУ ЗАМТ)</a:t>
            </a:r>
            <a:endParaRPr lang="ru-RU" sz="1600" dirty="0">
              <a:latin typeface="Georgia" pitchFamily="18" charset="0"/>
              <a:ea typeface="Times New Roman" panose="02020603050405020304" pitchFamily="18" charset="0"/>
              <a:cs typeface="Arial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23807" y="37642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400" dirty="0" smtClean="0">
                <a:latin typeface="Georgia" pitchFamily="18" charset="0"/>
                <a:cs typeface="Arial" pitchFamily="34" charset="0"/>
              </a:rPr>
              <a:t>Выполнил: </a:t>
            </a:r>
            <a:r>
              <a:rPr lang="ru-RU" sz="1400" dirty="0" err="1" smtClean="0">
                <a:latin typeface="Georgia" pitchFamily="18" charset="0"/>
                <a:cs typeface="Arial" pitchFamily="34" charset="0"/>
              </a:rPr>
              <a:t>Ворожейкин</a:t>
            </a:r>
            <a:r>
              <a:rPr lang="ru-RU" sz="1400" dirty="0" smtClean="0">
                <a:latin typeface="Georgia" pitchFamily="18" charset="0"/>
                <a:cs typeface="Arial" pitchFamily="34" charset="0"/>
              </a:rPr>
              <a:t> Даниил Александрович</a:t>
            </a:r>
          </a:p>
          <a:p>
            <a:r>
              <a:rPr lang="ru-RU" sz="1400" dirty="0" smtClean="0">
                <a:latin typeface="Georgia" pitchFamily="18" charset="0"/>
                <a:cs typeface="Arial" pitchFamily="34" charset="0"/>
              </a:rPr>
              <a:t>                       Студент группы ИС-22Б</a:t>
            </a:r>
            <a:endParaRPr lang="ru-RU" sz="1400" dirty="0">
              <a:latin typeface="Georgia" pitchFamily="18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7160" y="853440"/>
            <a:ext cx="744474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Georgia" pitchFamily="18" charset="0"/>
              </a:rPr>
              <a:t>ShoeShop</a:t>
            </a:r>
            <a:r>
              <a:rPr lang="en-US" dirty="0" smtClean="0">
                <a:latin typeface="Georgia" pitchFamily="18" charset="0"/>
              </a:rPr>
              <a:t> — </a:t>
            </a:r>
            <a:r>
              <a:rPr lang="ru-RU" dirty="0" smtClean="0">
                <a:latin typeface="Georgia" pitchFamily="18" charset="0"/>
              </a:rPr>
              <a:t>мобильное приложение для </a:t>
            </a:r>
            <a:r>
              <a:rPr lang="ru-RU" dirty="0" err="1" smtClean="0">
                <a:latin typeface="Georgia" pitchFamily="18" charset="0"/>
              </a:rPr>
              <a:t>интернет-магазина</a:t>
            </a:r>
            <a:r>
              <a:rPr lang="ru-RU" dirty="0" smtClean="0">
                <a:latin typeface="Georgia" pitchFamily="18" charset="0"/>
              </a:rPr>
              <a:t> обуви.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Georg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Georgia" pitchFamily="18" charset="0"/>
              </a:rPr>
              <a:t>Технические характеристики: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Georgia" pitchFamily="18" charset="0"/>
              </a:rPr>
              <a:t>Платформа: </a:t>
            </a:r>
            <a:r>
              <a:rPr lang="en-US" dirty="0" smtClean="0">
                <a:latin typeface="Georgia" pitchFamily="18" charset="0"/>
              </a:rPr>
              <a:t>Android (min SDK 33, Android 13+)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Georgia" pitchFamily="18" charset="0"/>
              </a:rPr>
              <a:t>Архитектура: </a:t>
            </a:r>
            <a:r>
              <a:rPr lang="en-US" dirty="0" smtClean="0">
                <a:latin typeface="Georgia" pitchFamily="18" charset="0"/>
              </a:rPr>
              <a:t>Clean Architecture (MVVM) </a:t>
            </a:r>
            <a:r>
              <a:rPr lang="ru-RU" dirty="0" smtClean="0">
                <a:latin typeface="Georgia" pitchFamily="18" charset="0"/>
              </a:rPr>
              <a:t>с разделением на слои</a:t>
            </a:r>
            <a:endParaRPr lang="en-US" dirty="0" smtClean="0">
              <a:latin typeface="Georgia" pitchFamily="18" charset="0"/>
            </a:endParaRPr>
          </a:p>
          <a:p>
            <a:r>
              <a:rPr lang="en-US" dirty="0" smtClean="0">
                <a:latin typeface="Georgia" pitchFamily="18" charset="0"/>
              </a:rPr>
              <a:t>data/</a:t>
            </a:r>
            <a:r>
              <a:rPr lang="en-US" dirty="0" err="1" smtClean="0">
                <a:latin typeface="Georgia" pitchFamily="18" charset="0"/>
              </a:rPr>
              <a:t>ui</a:t>
            </a:r>
            <a:r>
              <a:rPr lang="en-US" dirty="0" smtClean="0">
                <a:latin typeface="Georgia" pitchFamily="18" charset="0"/>
              </a:rPr>
              <a:t>/domain</a:t>
            </a:r>
          </a:p>
          <a:p>
            <a:pPr>
              <a:buFont typeface="Arial" pitchFamily="34" charset="0"/>
              <a:buChar char="•"/>
            </a:pPr>
            <a:r>
              <a:rPr lang="ru-RU" dirty="0" err="1" smtClean="0">
                <a:latin typeface="Georgia" pitchFamily="18" charset="0"/>
              </a:rPr>
              <a:t>Бэкенд</a:t>
            </a:r>
            <a:r>
              <a:rPr lang="ru-RU" dirty="0" smtClean="0">
                <a:latin typeface="Georgia" pitchFamily="18" charset="0"/>
              </a:rPr>
              <a:t>: </a:t>
            </a:r>
            <a:r>
              <a:rPr lang="en-US" dirty="0" err="1" smtClean="0">
                <a:latin typeface="Georgia" pitchFamily="18" charset="0"/>
              </a:rPr>
              <a:t>Supabase</a:t>
            </a:r>
            <a:endParaRPr lang="en-US" dirty="0" smtClean="0">
              <a:latin typeface="Georg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Georgia" pitchFamily="18" charset="0"/>
              </a:rPr>
              <a:t>Язык: </a:t>
            </a:r>
            <a:r>
              <a:rPr lang="en-US" dirty="0" err="1" smtClean="0">
                <a:latin typeface="Georgia" pitchFamily="18" charset="0"/>
              </a:rPr>
              <a:t>Kotlin</a:t>
            </a:r>
            <a:r>
              <a:rPr lang="en-US" dirty="0" smtClean="0">
                <a:latin typeface="Georgia" pitchFamily="18" charset="0"/>
              </a:rPr>
              <a:t> + Jetpack Compose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Georgia" pitchFamily="18" charset="0"/>
              </a:rPr>
              <a:t>UI: Material Design 3, </a:t>
            </a:r>
            <a:r>
              <a:rPr lang="ru-RU" dirty="0" smtClean="0">
                <a:latin typeface="Georgia" pitchFamily="18" charset="0"/>
              </a:rPr>
              <a:t>полностью адаптивная верстка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37160" y="202168"/>
            <a:ext cx="29260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effectLst/>
                <a:latin typeface="Georgia" pitchFamily="18" charset="0"/>
                <a:cs typeface="Arial" pitchFamily="34" charset="0"/>
              </a:rPr>
              <a:t>О проекте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460" y="19823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400" b="1" dirty="0" smtClean="0">
                <a:latin typeface="Georgia" pitchFamily="18" charset="0"/>
                <a:cs typeface="Arial" pitchFamily="34" charset="-120"/>
              </a:rPr>
              <a:t>Диаграмма вариантов использования</a:t>
            </a:r>
            <a:endParaRPr lang="en-US" sz="2400" dirty="0">
              <a:latin typeface="Georgia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8839" y="816324"/>
            <a:ext cx="4648201" cy="4139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600" y="40391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endParaRPr lang="en-US" sz="2700" dirty="0">
              <a:latin typeface="Georgia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86071" y="1619175"/>
            <a:ext cx="18005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endParaRPr lang="en-US" sz="14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28600" y="1356360"/>
            <a:ext cx="49834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sz="1400" dirty="0" smtClean="0">
                <a:latin typeface="Georgia" pitchFamily="18" charset="0"/>
              </a:rPr>
              <a:t>Регистрация/вход (</a:t>
            </a:r>
            <a:r>
              <a:rPr lang="ru-RU" sz="1400" dirty="0" err="1" smtClean="0">
                <a:latin typeface="Georgia" pitchFamily="18" charset="0"/>
              </a:rPr>
              <a:t>email</a:t>
            </a:r>
            <a:r>
              <a:rPr lang="ru-RU" sz="1400" dirty="0" smtClean="0">
                <a:latin typeface="Georgia" pitchFamily="18" charset="0"/>
              </a:rPr>
              <a:t> + пароль)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sz="1400" dirty="0" smtClean="0">
                <a:latin typeface="Georgia" pitchFamily="18" charset="0"/>
              </a:rPr>
              <a:t>Восстановление через код (8 цифр)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sz="1400" dirty="0" err="1" smtClean="0">
                <a:latin typeface="Georgia" pitchFamily="18" charset="0"/>
              </a:rPr>
              <a:t>Онбординг</a:t>
            </a:r>
            <a:r>
              <a:rPr lang="ru-RU" sz="1400" dirty="0" smtClean="0">
                <a:latin typeface="Georgia" pitchFamily="18" charset="0"/>
              </a:rPr>
              <a:t> при первом запуске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sz="1400" dirty="0" smtClean="0">
                <a:latin typeface="Georgia" pitchFamily="18" charset="0"/>
              </a:rPr>
              <a:t>Каталог товаров с сервера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sz="1400" dirty="0" smtClean="0">
                <a:latin typeface="Georgia" pitchFamily="18" charset="0"/>
              </a:rPr>
              <a:t>Избранное (синхронизация)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sz="1400" dirty="0" smtClean="0">
                <a:latin typeface="Georgia" pitchFamily="18" charset="0"/>
              </a:rPr>
              <a:t>Профиль с фото (камера)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sz="1400" dirty="0" smtClean="0">
                <a:latin typeface="Georgia" pitchFamily="18" charset="0"/>
              </a:rPr>
              <a:t>Детальная информация о товаре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sz="1400" dirty="0" smtClean="0">
                <a:latin typeface="Georgia" pitchFamily="18" charset="0"/>
              </a:rPr>
              <a:t>Локализация (RU/EN)</a:t>
            </a:r>
            <a:endParaRPr lang="ru-RU" sz="1400" dirty="0">
              <a:latin typeface="Georgia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228600" y="403919"/>
            <a:ext cx="44903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latin typeface="Georgia" pitchFamily="18" charset="0"/>
              </a:rPr>
              <a:t>Функционал приложения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400" b="1" dirty="0" smtClean="0">
                <a:latin typeface="Georgia" pitchFamily="18" charset="0"/>
                <a:ea typeface="Arial" pitchFamily="34" charset="-122"/>
                <a:cs typeface="Arial" pitchFamily="34" charset="-120"/>
              </a:rPr>
              <a:t>База </a:t>
            </a:r>
            <a:r>
              <a:rPr lang="ru-RU" sz="2400" b="1" dirty="0" err="1" smtClean="0">
                <a:latin typeface="Georgia" pitchFamily="18" charset="0"/>
                <a:ea typeface="Arial" pitchFamily="34" charset="-122"/>
                <a:cs typeface="Arial" pitchFamily="34" charset="-120"/>
              </a:rPr>
              <a:t>даных</a:t>
            </a:r>
            <a:endParaRPr lang="en-US" sz="2400" dirty="0">
              <a:latin typeface="Georgia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20040" y="1196340"/>
            <a:ext cx="5516880" cy="2682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>
                <a:latin typeface="Georgia" pitchFamily="18" charset="0"/>
              </a:rPr>
              <a:t>profiles    - данные пользователя</a:t>
            </a:r>
          </a:p>
          <a:p>
            <a:pPr>
              <a:lnSpc>
                <a:spcPct val="150000"/>
              </a:lnSpc>
            </a:pPr>
            <a:r>
              <a:rPr lang="ru-RU" dirty="0" err="1" smtClean="0">
                <a:latin typeface="Georgia" pitchFamily="18" charset="0"/>
              </a:rPr>
              <a:t>products</a:t>
            </a:r>
            <a:r>
              <a:rPr lang="ru-RU" dirty="0" smtClean="0">
                <a:latin typeface="Georgia" pitchFamily="18" charset="0"/>
              </a:rPr>
              <a:t>    - товары</a:t>
            </a:r>
          </a:p>
          <a:p>
            <a:pPr>
              <a:lnSpc>
                <a:spcPct val="150000"/>
              </a:lnSpc>
            </a:pPr>
            <a:r>
              <a:rPr lang="ru-RU" dirty="0" err="1" smtClean="0">
                <a:latin typeface="Georgia" pitchFamily="18" charset="0"/>
              </a:rPr>
              <a:t>favourite</a:t>
            </a:r>
            <a:r>
              <a:rPr lang="ru-RU" dirty="0" smtClean="0">
                <a:latin typeface="Georgia" pitchFamily="18" charset="0"/>
              </a:rPr>
              <a:t>   - избранное</a:t>
            </a:r>
          </a:p>
          <a:p>
            <a:pPr>
              <a:lnSpc>
                <a:spcPct val="150000"/>
              </a:lnSpc>
            </a:pPr>
            <a:r>
              <a:rPr lang="ru-RU" dirty="0" err="1" smtClean="0">
                <a:latin typeface="Georgia" pitchFamily="18" charset="0"/>
              </a:rPr>
              <a:t>categories</a:t>
            </a:r>
            <a:r>
              <a:rPr lang="ru-RU" dirty="0" smtClean="0">
                <a:latin typeface="Georgia" pitchFamily="18" charset="0"/>
              </a:rPr>
              <a:t>  - категории</a:t>
            </a:r>
          </a:p>
          <a:p>
            <a:pPr>
              <a:lnSpc>
                <a:spcPct val="150000"/>
              </a:lnSpc>
            </a:pPr>
            <a:r>
              <a:rPr lang="ru-RU" dirty="0" err="1" smtClean="0">
                <a:latin typeface="Georgia" pitchFamily="18" charset="0"/>
              </a:rPr>
              <a:t>Автосоздание</a:t>
            </a:r>
            <a:r>
              <a:rPr lang="ru-RU" dirty="0" smtClean="0">
                <a:latin typeface="Georgia" pitchFamily="18" charset="0"/>
              </a:rPr>
              <a:t> профиля при регистрации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Georgia" pitchFamily="18" charset="0"/>
              </a:rPr>
              <a:t>Каждый видит только свои данные (RLS)</a:t>
            </a:r>
            <a:endParaRPr lang="ru-RU" dirty="0"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297180" y="922020"/>
            <a:ext cx="4572000" cy="25348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Georgia" pitchFamily="18" charset="0"/>
              </a:rPr>
              <a:t>Точный дизайн из </a:t>
            </a:r>
            <a:r>
              <a:rPr lang="ru-RU" dirty="0" err="1" smtClean="0">
                <a:latin typeface="Georgia" pitchFamily="18" charset="0"/>
              </a:rPr>
              <a:t>Figma</a:t>
            </a:r>
            <a:endParaRPr lang="ru-RU" dirty="0" smtClean="0">
              <a:latin typeface="Georgia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Georgia" pitchFamily="18" charset="0"/>
              </a:rPr>
              <a:t>Шрифт </a:t>
            </a:r>
            <a:r>
              <a:rPr lang="ru-RU" dirty="0" err="1" smtClean="0">
                <a:latin typeface="Georgia" pitchFamily="18" charset="0"/>
              </a:rPr>
              <a:t>Raleway</a:t>
            </a:r>
            <a:endParaRPr lang="ru-RU" dirty="0" smtClean="0">
              <a:latin typeface="Georgia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Georgia" pitchFamily="18" charset="0"/>
              </a:rPr>
              <a:t>Адаптация под все экраны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err="1" smtClean="0">
                <a:latin typeface="Georgia" pitchFamily="18" charset="0"/>
              </a:rPr>
              <a:t>Кастомные</a:t>
            </a:r>
            <a:r>
              <a:rPr lang="ru-RU" dirty="0" smtClean="0">
                <a:latin typeface="Georgia" pitchFamily="18" charset="0"/>
              </a:rPr>
              <a:t> кнопки и поля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Georgia" pitchFamily="18" charset="0"/>
              </a:rPr>
              <a:t>Ошибки в диалогах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Georgia" pitchFamily="18" charset="0"/>
              </a:rPr>
              <a:t>Индикаторы загрузки</a:t>
            </a:r>
            <a:endParaRPr lang="ru-RU" dirty="0">
              <a:latin typeface="Georgia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97180" y="327660"/>
            <a:ext cx="25374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latin typeface="Georgia" pitchFamily="18" charset="0"/>
              </a:rPr>
              <a:t>UI и верстка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0315" y="609600"/>
            <a:ext cx="51033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30738" y="1588443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endParaRPr lang="en-US" sz="114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208846" y="830580"/>
            <a:ext cx="4572000" cy="25348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Georgia" pitchFamily="18" charset="0"/>
              </a:rPr>
              <a:t>Jetpack Compose (UI)</a:t>
            </a:r>
            <a:endParaRPr lang="ru-RU" dirty="0" smtClean="0">
              <a:latin typeface="Georgia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latin typeface="Georgia" pitchFamily="18" charset="0"/>
              </a:rPr>
              <a:t>StateFlow</a:t>
            </a:r>
            <a:r>
              <a:rPr lang="en-US" dirty="0" smtClean="0">
                <a:latin typeface="Georgia" pitchFamily="18" charset="0"/>
              </a:rPr>
              <a:t> (</a:t>
            </a:r>
            <a:r>
              <a:rPr lang="ru-RU" dirty="0" smtClean="0">
                <a:latin typeface="Georgia" pitchFamily="18" charset="0"/>
              </a:rPr>
              <a:t>состояния)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Georgia" pitchFamily="18" charset="0"/>
              </a:rPr>
              <a:t>Retrofit (</a:t>
            </a:r>
            <a:r>
              <a:rPr lang="ru-RU" dirty="0" smtClean="0">
                <a:latin typeface="Georgia" pitchFamily="18" charset="0"/>
              </a:rPr>
              <a:t>запросы к серверу)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Georgia" pitchFamily="18" charset="0"/>
              </a:rPr>
              <a:t>Coil (</a:t>
            </a:r>
            <a:r>
              <a:rPr lang="ru-RU" dirty="0" smtClean="0">
                <a:latin typeface="Georgia" pitchFamily="18" charset="0"/>
              </a:rPr>
              <a:t>картинки + кэш)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Georgia" pitchFamily="18" charset="0"/>
              </a:rPr>
              <a:t>Material Design 3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Georgia" pitchFamily="18" charset="0"/>
              </a:rPr>
              <a:t>Навигация </a:t>
            </a:r>
            <a:r>
              <a:rPr lang="en-US" dirty="0" smtClean="0">
                <a:latin typeface="Georgia" pitchFamily="18" charset="0"/>
              </a:rPr>
              <a:t>Compose</a:t>
            </a:r>
            <a:endParaRPr lang="ru-RU" dirty="0">
              <a:latin typeface="Georgia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35280" y="240268"/>
            <a:ext cx="2159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latin typeface="Georgia" pitchFamily="18" charset="0"/>
              </a:rPr>
              <a:t>Технологии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1978" y="1939379"/>
            <a:ext cx="250169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 err="1" smtClean="0">
                <a:latin typeface="Georgia" pitchFamily="18" charset="0"/>
                <a:ea typeface="Arial" pitchFamily="34" charset="-122"/>
                <a:cs typeface="Arial" pitchFamily="34" charset="-120"/>
              </a:rPr>
              <a:t>ShoeStore</a:t>
            </a:r>
            <a:endParaRPr lang="en-US" sz="3600" dirty="0">
              <a:latin typeface="Georgia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25757" y="2640359"/>
            <a:ext cx="33893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latin typeface="Georgia" pitchFamily="18" charset="0"/>
                <a:ea typeface="Arial" pitchFamily="34" charset="-122"/>
                <a:cs typeface="Arial" pitchFamily="34" charset="-120"/>
              </a:rPr>
              <a:t>Архитектура и реализация</a:t>
            </a:r>
            <a:endParaRPr lang="en-US" sz="1800" b="1" dirty="0">
              <a:latin typeface="Georgia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60179" y="3265140"/>
            <a:ext cx="30234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latin typeface="Georgia" pitchFamily="18" charset="0"/>
                <a:ea typeface="Arial" pitchFamily="34" charset="-122"/>
                <a:cs typeface="Arial" pitchFamily="34" charset="-120"/>
              </a:rPr>
              <a:t>Kotlin + Jetpack Compose + Supabase</a:t>
            </a:r>
            <a:endParaRPr lang="en-US" sz="1350" dirty="0">
              <a:latin typeface="Georgia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51497" y="4587240"/>
            <a:ext cx="16408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Georgia" pitchFamily="18" charset="0"/>
                <a:ea typeface="Arial" pitchFamily="34" charset="-122"/>
                <a:cs typeface="Arial" pitchFamily="34" charset="-120"/>
              </a:rPr>
              <a:t>Для разработчиков • </a:t>
            </a:r>
            <a:r>
              <a:rPr lang="en-US" sz="1050" dirty="0" smtClean="0">
                <a:latin typeface="Georgia" pitchFamily="18" charset="0"/>
                <a:ea typeface="Arial" pitchFamily="34" charset="-122"/>
                <a:cs typeface="Arial" pitchFamily="34" charset="-120"/>
              </a:rPr>
              <a:t>202</a:t>
            </a:r>
            <a:r>
              <a:rPr lang="ru-RU" sz="1050" dirty="0" smtClean="0">
                <a:latin typeface="Georgia" pitchFamily="18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>
              <a:latin typeface="Georgia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89660" y="-10329"/>
            <a:ext cx="72466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Georgia" pitchFamily="18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  <a:t>Государственное бюджетное профессиональное </a:t>
            </a:r>
            <a:b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</a:br>
            <a: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  <a:t>образовательное учреждение</a:t>
            </a:r>
            <a:endParaRPr lang="ru-RU" sz="1600" dirty="0">
              <a:latin typeface="Georgia" pitchFamily="18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  <a:t> «Заволжский автомоторный техникум»</a:t>
            </a:r>
            <a:endParaRPr lang="ru-RU" sz="1600" dirty="0">
              <a:latin typeface="Georgia" pitchFamily="18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latin typeface="Georgia" pitchFamily="18" charset="0"/>
                <a:ea typeface="Times New Roman" panose="02020603050405020304" pitchFamily="18" charset="0"/>
                <a:cs typeface="Arial" pitchFamily="34" charset="0"/>
              </a:rPr>
              <a:t>(ГБПОУ ЗАМТ)</a:t>
            </a:r>
            <a:endParaRPr lang="ru-RU" sz="1600" dirty="0">
              <a:latin typeface="Georgia" pitchFamily="18" charset="0"/>
              <a:ea typeface="Times New Roman" panose="02020603050405020304" pitchFamily="18" charset="0"/>
              <a:cs typeface="Arial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23807" y="37642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400" dirty="0" smtClean="0">
                <a:latin typeface="Georgia" pitchFamily="18" charset="0"/>
                <a:cs typeface="Arial" pitchFamily="34" charset="0"/>
              </a:rPr>
              <a:t>Выполнил: </a:t>
            </a:r>
            <a:r>
              <a:rPr lang="ru-RU" sz="1400" dirty="0" err="1" smtClean="0">
                <a:latin typeface="Georgia" pitchFamily="18" charset="0"/>
                <a:cs typeface="Arial" pitchFamily="34" charset="0"/>
              </a:rPr>
              <a:t>Ворожейкин</a:t>
            </a:r>
            <a:r>
              <a:rPr lang="ru-RU" sz="1400" dirty="0" smtClean="0">
                <a:latin typeface="Georgia" pitchFamily="18" charset="0"/>
                <a:cs typeface="Arial" pitchFamily="34" charset="0"/>
              </a:rPr>
              <a:t> Даниил Александрович</a:t>
            </a:r>
          </a:p>
          <a:p>
            <a:r>
              <a:rPr lang="ru-RU" sz="1400" dirty="0" smtClean="0">
                <a:latin typeface="Georgia" pitchFamily="18" charset="0"/>
                <a:cs typeface="Arial" pitchFamily="34" charset="0"/>
              </a:rPr>
              <a:t>                       Студент группы ИС-22Б</a:t>
            </a:r>
            <a:endParaRPr lang="ru-RU" sz="1400" dirty="0">
              <a:latin typeface="Georgia" pitchFamily="18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246</Words>
  <Application>Microsoft Office PowerPoint</Application>
  <PresentationFormat>Экран (16:9)</PresentationFormat>
  <Paragraphs>67</Paragraphs>
  <Slides>8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Company>Perplexity AI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android243</cp:lastModifiedBy>
  <cp:revision>23</cp:revision>
  <dcterms:created xsi:type="dcterms:W3CDTF">2025-12-19T20:07:53Z</dcterms:created>
  <dcterms:modified xsi:type="dcterms:W3CDTF">2026-03-06T11:02:37Z</dcterms:modified>
</cp:coreProperties>
</file>